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KlimaGuard Kids — Check-In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0F2FE"/>
                </a:solidFill>
              </a:defRPr>
            </a:pPr>
            <a:r>
              <a:t>Progress update ·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Check-in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Progress since last review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Technical status &amp; demo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Prototyping &amp; testing results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Blockers &amp; decisions needed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Next 90 days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2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Status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45920"/>
            <a:ext cx="178308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103120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EA5E9"/>
                </a:solidFill>
              </a:defRPr>
            </a:pPr>
            <a:r>
              <a:t>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Deployed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645920"/>
            <a:ext cx="178308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14600" y="2103120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EA5E9"/>
                </a:solidFill>
              </a:defRPr>
            </a:pPr>
            <a: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20040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Countries supported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178308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EA5E9"/>
                </a:solidFill>
              </a:defRPr>
            </a:pPr>
            <a: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20040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Agents operational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178308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03120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EA5E9"/>
                </a:solidFill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20040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75569"/>
                </a:solidFill>
              </a:defRPr>
            </a:pPr>
            <a:r>
              <a:t>Build passing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Completed this period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Home, dashboard, India, chat, and about pages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Global country selector (20 countries)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Live Open-Meteo integration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Age-banded child guidance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0515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Nine-agent orchestration pipeline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REST API (/api/analyze, /api/chat, /api/countries)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Agent provenance &amp; status UI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Production build verified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Prototyping &amp; testing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Quantitative: End-to-end runs complete in seconds; pipeline stable across diverse climates.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Qualitative: Unified briefings rated clearer than siloed weather/health alerts in demo reviews.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Gaps: No formal field pilot yet; comprehension and behaviour-change metrics pending.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Next: Structured pilot with schools and community health workers.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Risks &amp; blockers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Current blockers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Field partners not yet signed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Localization not started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Offline / SMS channels not built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Formal privacy audit pending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0515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Mitigations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Outreach to MoH / education ministries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Prioritize 3 pilot languages in Q1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PWA scoped for Q2 delivery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COPPA/GDPR-K review in Q3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Next 90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Finalize 2 field-pilot partner sites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Run usability tests with caregivers and teachers (n≈30)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Ship 3 priority languages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Integrate first national met-service or WHO outbreak feed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Publish pilot evaluation plan and success metrics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8138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</a:defRPr>
            </a:pPr>
            <a:r>
              <a:t>Decisions requested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7955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Confirm pilot geography and partner institutions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Approve success metrics (comprehension, time-to-action, confidence)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Align on data-sharing and safeguarding requirements</a:t>
            </a:r>
          </a:p>
          <a:p>
            <a:pPr>
              <a:spcAft>
                <a:spcPts val="1000"/>
              </a:spcAft>
              <a:defRPr sz="1700">
                <a:solidFill>
                  <a:srgbClr val="0F172A"/>
                </a:solidFill>
              </a:defRPr>
            </a:pPr>
            <a:r>
              <a:t>Confirm resourcing for localization and offline PWA (Q2)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Questions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0F2FE"/>
                </a:solidFill>
              </a:defRPr>
            </a:pPr>
            <a:r>
              <a:t>Demo available · Open to feedback ·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