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KlimaGuard Kids —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Progress update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Check-in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Progress since last review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Technical status &amp; demo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Prototyping &amp; testing results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Blockers &amp; decisions needed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Next 90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Status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Deployed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Countries · 482 cities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Agents operational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Build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Completed this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Home, dashboard, India, play, and pitch pages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Global Tier 1–3 city registry (159 / 482)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77 India CHIS regions · ~50 validated sources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Age-banded child guidance + kids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Eight-agent orchestration pipeline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REST API (/api/analyze, /api/countries, /api/india/regions)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Agent provenance &amp; status UI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Production build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Prototyping &amp; 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Quantitative: End-to-end runs complete in seconds; pipeline stable across diverse climates.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Qualitative: Unified briefings rated clearer than siloed weather/health alerts in demo reviews.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Gaps: No formal field pilot yet; comprehension and behaviour-change metrics pending.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Next: Structured pilot with schools and community health workers.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Risks &amp;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Current 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Field partners not yet signed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Localization not started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Offline / SMS channels not built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Formal privacy audit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Outreach to MoH / education ministries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Prioritize 3 pilot languages in Q1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PWA scoped for Q2 delivery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COPPA/GDPR-K review in Q3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Next 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Finalize 2 field-pilot partner sites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Run usability tests with caregivers and teachers (n≈30)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Ship 3 priority languages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Integrate first national met-service or WHO outbreak feed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Publish pilot evaluation plan and success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Decisions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Confirm pilot geography and partner institutions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Approve success metrics (comprehension, time-to-action, confidence)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Align on data-sharing and safeguarding requirements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Confirm resourcing for localization and offline PWA (Q2)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Questions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Demo available · Open to feedback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