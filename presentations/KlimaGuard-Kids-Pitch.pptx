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A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KlimaGuard Kids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0F2FE"/>
                </a:solidFill>
              </a:defRPr>
            </a:pPr>
            <a:r>
              <a:t>Child-centric climate health intelligence · Open Source · Agentic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Climate change is reshaping children's health today — not in the distant future.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Heatwaves, floods, air pollution, vectors, and food insecurity compound fastest in LMICs.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2.4B children need anticipatory, age-appropriate guidance families can act on within days.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Most climate tools speak to policymakers — not to children, caregivers, or schools.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Open-source agentic AI platform connecting climate data with health intelligence.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Nine cooperating agents ingest trusted feeds and output unified preparedness briefings.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Age-banded guidance for children 5–17, plus caregiver and teacher action steps.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Privacy-first: country/city location only; no child accounts required for demo.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Eight AI agents — one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Climate Data Agent — live 7-day forecast, heat index, AQI (Open-Meteo)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Health Risk Agent — heat, respiratory, flood, vector stressors (WHO-aligned)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Nutrition Agent — hydration, food safety, scarcity patterns (FAO/IPC framed)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Disease Agent — WASH and climate-sensitive disease outlook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Natural Medicine Agent — evidence-tagged remedies under caregiver supervision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Synthesis Agent — cross-correlation + age-banded child guidance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India Regional + Impact Agents — CHIS scores across 77 Indian regions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Kids play — age-banded missions/badges (5–8 / 9–12 / 13–17)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Next.js 15 · React 19 · TypeScript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Tailwind CSS 4 · REST API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Live Open-Meteo weather &amp; air quality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~50 validated reference sources · MIT license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051560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41732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Web dashboard + India CHIS + kids play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POST /api/analyze — full agent pipeline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GET /api/countries · /api/india/regions</a:t>
            </a:r>
          </a:p>
          <a:p>
            <a:pPr>
              <a:spcAft>
                <a:spcPts val="800"/>
              </a:spcAft>
              <a:defRPr sz="1400">
                <a:solidFill>
                  <a:srgbClr val="475569"/>
                </a:solidFill>
              </a:defRPr>
            </a:pPr>
            <a:r>
              <a:t>Roadmap: PWA, SMS/USSD, 12+ languages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Prototype 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645920"/>
            <a:ext cx="178308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10312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159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004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Countries in demo registry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645920"/>
            <a:ext cx="178308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210312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482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32004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Tier 1–3 cities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178308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0312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77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2004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India regions with CHIS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645920"/>
            <a:ext cx="1783080" cy="3474720"/>
          </a:xfrm>
          <a:prstGeom prst="rect">
            <a:avLst/>
          </a:prstGeom>
          <a:solidFill>
            <a:srgbClr val="FFFFFF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10312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EA5E9"/>
                </a:solidFill>
              </a:defRPr>
            </a:pPr>
            <a:r>
              <a:t>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200400"/>
            <a:ext cx="1600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75569"/>
                </a:solidFill>
              </a:defRPr>
            </a:pPr>
            <a:r>
              <a:t>Validated data 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Who we serve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Children, caregivers, teachers, and community health workers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Local health and education authorities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Global coverage — extensible to any coordinates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Built for local adaptation under MIT license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Impact &amp; SDG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SDG 3 — Anticipatory action for climate-sensitive health risks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SDG 13 — Child-centred climate early warning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SDG 2 — Nutrition &amp; food security inference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SDG 4 — School-ready heat and flood guidance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Safeguarding &amp; data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No child accounts required for demo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Country/city-level location only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Agents cite data provenance on every report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Roadmap: COPPA/GDPR-K, in-region language models, national met feeds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12-month roadmap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8138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Milestones (next 12 months)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795527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Q1: Field-pilot design · 3 languages · usability testing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Q2: Structured pilot (500+ users) · offline PWA · WHO/met integrations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Q3: SMS/USSD · 8 more languages · privacy audit · open-source docs</a:t>
            </a:r>
          </a:p>
          <a:p>
            <a:pPr>
              <a:spcAft>
                <a:spcPts val="1000"/>
              </a:spcAft>
              <a:defRPr sz="1700">
                <a:solidFill>
                  <a:srgbClr val="0F172A"/>
                </a:solidFill>
              </a:defRPr>
            </a:pPr>
            <a:r>
              <a:t>Q4: Pilot evaluation · ministry partnerships · multi-country rollout plan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A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Try the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0F2FE"/>
                </a:solidFill>
              </a:defRPr>
            </a:pPr>
            <a:r>
              <a:t>Dashboard → Select country → Run agent analysis → Child guidance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