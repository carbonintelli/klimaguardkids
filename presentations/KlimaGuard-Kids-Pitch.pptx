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KlimaGuard Kids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0F2FE"/>
                </a:solidFill>
              </a:defRPr>
            </a:pPr>
            <a:r>
              <a:t>Child-centric climate health intelligence · Open Source · Agentic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Climate change is reshaping children's health today — not in the distant future.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Heatwaves, floods, air pollution, vectors, and food insecurity compound fastest in LMICs.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2.4B children need anticipatory, age-appropriate guidance families can act on within days.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Most climate tools speak to policymakers — not to children, caregivers, or schools.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Open-source agentic AI platform connecting climate data with health intelligence.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Nine cooperating agents ingest trusted feeds and output unified preparedness briefings.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Age-banded guidance for children 5–17, plus caregiver and teacher action steps.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Privacy-first: country/city location only; no child accounts required for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Nine AI agents — one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Climate Data Agent — live 7-day forecast, heat index, AQI (Open-Meteo)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Health Risk Agent — heat, respiratory, flood, vector stressors (WHO-aligned)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Nutrition Agent — hydration, food safety, scarcity patterns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Disease Agent — transmission pathways, precautions, illness profiles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Natural Medicine Agent — evidence-tagged remedies under caregiver supervision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Synthesis Agent — cross-correlation + age-banded child guidance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India Regional + Impact Agents — CHIS scores across 12 Indian regions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Kids Health Chat Agent — age-banded Q&amp;A with privacy safeguards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Next.js 15 · React 19 · TypeScript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Tailwind CSS 4 · REST API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Live Open-Meteo weather &amp; air quality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MIT open-source license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0515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Web dashboard + India impact dashboard + kids health chat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POST /api/analyze — full agent pipeline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POST /api/chat — age-banded health Q&amp;A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Roadmap: PWA, SMS/USSD, 12+ languages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Prototype 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Countries in demo registry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1460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Cooperating AI 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India regions with CHIS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&lt;5s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End-to-end analysis per location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Who we serve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Children, caregivers, teachers, and community health workers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Local health and education authorities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Global coverage — extensible to any coordinates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Built for local adaptation under MIT license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Impact &amp; SDG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SDG 3 — Anticipatory action for climate-sensitive health risks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SDG 13 — Child-centred climate early warning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SDG 2 — Nutrition &amp; food security inference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SDG 4 — School-ready heat and flood guidance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Safeguarding &amp; data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No child accounts required for demo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Country/city-level location only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Agents cite data provenance on every report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Roadmap: COPPA/GDPR-K, in-region language models, national met feeds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12-month roadmap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Milestones (next 12 months)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Q1: Field-pilot design · 3 languages · usability testing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Q2: Structured pilot (500+ users) · offline PWA · WHO/met integrations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Q3: SMS/USSD · 8 more languages · privacy audit · open-source docs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Q4: Pilot evaluation · ministry partnerships · multi-country rollout 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Try the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0F2FE"/>
                </a:solidFill>
              </a:defRPr>
            </a:pPr>
            <a:r>
              <a:t>Dashboard → Select country → Run agent analysis → Child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